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Atlas – AI Copilot for ERP &amp; Supply Chain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Making enterprise operations faster, simpler, and more human.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By Naga Chaganti — AI + Supply Chain Solution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ERP &amp; supply-chain teams spend hours navigating screens and reports for basic insights.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Low adoption, steep learning curve, and delayed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Imagine if ERP data could answer in plain language.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Atlas turns complex ERP queries into simple natural-language conversations.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The Solution –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AI Copilot for ERP &amp; Supply Chain Systems.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Understands operational questions and retrieves answers directly from ERP data.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Enables faster, more informed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Demo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Interactive chatbot UI built with React + Vite + Tailwind + Framer Motion.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Demo available at: https://yourdomain.com/atlas (replace with real link).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Frontend: React, Vite, Tailwind CSS, Framer Motion, shadcn/ui.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Backend (API): Node.js for routing and middleware.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AI Layer: Python, LangChain, FAISS, OpenAI API, Pandas.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Data Layer: PostgreSQL for ERP data views.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Infrastructure: AWS Lambda, S3, RDS, CloudFront, ALB, WAF.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Frontend → React, Vite, Tailwind, Framer Motion, shadcn/ui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Backend → Node.js, Python, LangChain, FAISS, OpenAI API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Infrastructure → AWS Lambda, S3, RDS, CloudFront, WAF, ALB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Use Cases by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Planner: Detect forecast bias and stock-outs.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Buyer: Identify late POs and supplier issues.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Operations: Track LPNs and ASN exceptions.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Finance: Reconcile cost variances and GL mismatches.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Reduces analysis time by up to 70%.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Improves decision accuracy and ERP adoption.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Shortens user training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My Role &amp;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Architected and developed Atlas end-to-end.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Expertise: RAG, LangChain, AWS, ERP Data Models, React, Supply Chain Systems.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Upcoming: multi-modal input, dataset release, cross-system integration.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Goal: make ERP AI copilots production-ready for enterprise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0A2342"/>
                </a:solidFill>
              </a:rPr>
              <a:t>Connect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Let’s connect!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LinkedIn: https://www.linkedin.com/in/naga-chaganti/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Project Page: https://yourdomain.com/atlas</a:t>
            </a:r>
          </a:p>
          <a:p>
            <a:pPr>
              <a:spcAft>
                <a:spcPts val="800"/>
              </a:spcAft>
              <a:defRPr sz="2000">
                <a:solidFill>
                  <a:srgbClr val="5C677D"/>
                </a:solidFill>
              </a:defRPr>
            </a:pPr>
            <a:r>
              <a:t>Signature: — Naga Chaganti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